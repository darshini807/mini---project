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OneSlot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Appointment Booking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78608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D. Priyadarshini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23AK1A3083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Year – II Semester | AI &amp; DS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Annamacharya Institute of Technology and Sciences, Tirupati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github.com/Yasaswani123/Mini-Project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4480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appointment scheduling is time-consuming, error-prone, and inaccessible. The key challenges include: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1920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Booking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226771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Phone/in-person appointment scheduling wastes time for both users and service providers.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04688" y="19202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04688" y="226771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conflict check leads to overlapping or duplicate appointments.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5568" y="3474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82219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lack visibility into available slots, status updates, and booking history.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38328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9050">
            <a:solidFill>
              <a:srgbClr val="D1E8E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04688" y="3474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Secure Access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04688" y="3822192"/>
            <a:ext cx="3291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role-based login exposes sensitive booking data to unauthorized parties.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– Online Appointment Booking System  |  D. Priyadarshini  |  23AK1A3083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using PHP, MySQL, HTML, CSS, and JavaScript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0332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086600" y="1325880"/>
            <a:ext cx="155448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86600" y="1691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Server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276856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276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2249424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  –  Identified need for a seamless, role-based appointment system for users and admins.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80720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072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2779776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–  Designed MySQL schema with 'users' and 'bookings' tables to store all application data.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33756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331012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 –  Built PHP modules: registration, login, session management, booking, and admin panel.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3867912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867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384048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  –  Created responsive UI with HTML/CSS splash screen and dynamic pages (home, services, dashboard).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439826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98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4370832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  –  Connected frontend to backend via XAMPP, tested all user flows end-to-end.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– Online Appointment Booking System  |  D. Priyadarshini  |  23AK1A3083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PHP Modules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booking,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admin, services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887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9184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0299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bookings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relational schema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887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0299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user &amp; 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633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Implemented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Animated splash screen landing page (index.html) transitioning to home.php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64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Secure user registration and login with PHP session management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66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Service catalog page listing available appointment categories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684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Appointment booking form with real-time slot management stored in MySQL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70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Personalized user dashboard displaying booking history and status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 panel for managing all bookings and viewing registered users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– Online Appointment Booking System  |  D. Priyadarshini  |  23AK1A3083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0"/>
            <a:ext cx="2286000" cy="22860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OneSlot successfully demonstrates a complete, full-stack web application addressing real-world appointment booking challenges. The project integrates front-end design, back-end logic, and database management into a cohesive, working system.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231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proficiency in PHP, MySQL, HTML, CSS, and JavaScript as a unified tech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43784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7063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software engineering principles: requirement analysis, modular design, and iterative testing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181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secure role-based authentication for both end-users and administrators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3872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65576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complete CRUD application with a clean, user-friendly interface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8130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hosted on GitHub with full source code, documentation, and setup instructions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526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github.com/Yasaswani123/Mini-Project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OneSlot - Online Appointment Booking System</dc:title>
  <dc:subject>PptxGenJS Presentation</dc:subject>
  <dc:creator>D. Priyadarshini</dc:creator>
  <cp:lastModifiedBy>D. Priyadarshini</cp:lastModifiedBy>
  <cp:revision>1</cp:revision>
  <dcterms:created xsi:type="dcterms:W3CDTF">2026-06-21T16:32:41Z</dcterms:created>
  <dcterms:modified xsi:type="dcterms:W3CDTF">2026-06-21T16:32:41Z</dcterms:modified>
</cp:coreProperties>
</file>